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B2A4A"/>
                </a:solidFill>
              </a:rPr>
              <a:t>Different regimes expose different serving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High-concurrency decode: admission capacity  ·  Qwen &amp; LFM2.5 · single H200 · BF16 · speedup over frozen cookbook baseline</a:t>
            </a:r>
          </a:p>
        </p:txBody>
      </p:sp>
      <p:pic>
        <p:nvPicPr>
          <p:cNvPr id="4" name="Picture 3" descr="high_concurrency_t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863840" cy="50553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46304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</a:pPr>
            <a:r>
              <a:rPr sz="1300" b="1">
                <a:solidFill>
                  <a:srgbClr val="1B2A4A"/>
                </a:solidFill>
              </a:rPr>
              <a:t>Full high-conc vs cookbook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</a:rPr>
              <a:t>Qwen C64/O512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</a:rPr>
              <a:t>   tput 1.58× · TTFT p50 2202→117ms · p95 4336→160ms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</a:rPr>
              <a:t>Qwen C128/O256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</a:rPr>
              <a:t>   tput 2.44× · TTFT p50 3265→210ms · p95 6446→244ms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</a:rPr>
              <a:t>LFM2.5 C64/O512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</a:rPr>
              <a:t>   tput 1.40× · TTFT p50 1386→204ms · p95 2654→233ms</a:t>
            </a:r>
          </a:p>
          <a:p>
            <a:pPr>
              <a:spcAft>
                <a:spcPts val="100"/>
              </a:spcAft>
            </a:pPr>
            <a:r>
              <a:rPr sz="1100" b="1">
                <a:solidFill>
                  <a:srgbClr val="1B2A4A"/>
                </a:solidFill>
              </a:rPr>
              <a:t>LFM2.5 C128/O256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</a:rPr>
              <a:t>   tput 2.18× · TTFT p50 2028→217ms · p95 4112→332ms</a:t>
            </a:r>
          </a:p>
          <a:p>
            <a:pPr>
              <a:spcAft>
                <a:spcPts val="200"/>
              </a:spcAft>
            </a:pPr>
            <a:r>
              <a:rPr sz="800" b="0">
                <a:solidFill>
                  <a:srgbClr val="666666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7AE60"/>
                </a:solidFill>
              </a:rPr>
              <a:t>Cap-only reproduces ~all of it → admission capacity is the cause; chunk/fcfs/mem add &lt;2%.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A4A"/>
                </a:solidFill>
              </a:rPr>
              <a:t>Takeaway: the cookbook max-running-requests=32 throttles admission once concurrency exceeds 32; raising it lifts throughput 1.4–2.4× AND cuts TTFT p50/p95 by 85–96%. This removes an admission bottleneck — not a tradeoff.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66666"/>
                </a:solidFill>
              </a:rPr>
              <a:t>Client-observed TTFT includes admission and scheduler queueing.  Source: results/2026-07-23_high_concurrency_ttft_rerun/ (streaming rerun of v4 workload, 5 reps, CUDA graph 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